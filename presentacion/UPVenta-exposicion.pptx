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89"/>
  </p:normalViewPr>
  <p:slideViewPr>
    <p:cSldViewPr snapToGrid="0" snapToObjects="1">
      <p:cViewPr varScale="1">
        <p:scale>
          <a:sx n="108" d="100"/>
          <a:sy n="108" d="100"/>
        </p:scale>
        <p:origin x="7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4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400" b="1" i="0">
                <a:solidFill>
                  <a:srgbClr val="C9B8A8"/>
                </a:solidFill>
                <a:latin typeface="Calibri"/>
              </a:rPr>
              <a:t>APLICACIONES MÓVILES  ·  UPB  ·  ENTREGA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000" b="1" i="0">
                <a:solidFill>
                  <a:srgbClr val="FFFDF9"/>
                </a:solidFill>
                <a:latin typeface="Calibri"/>
              </a:rPr>
              <a:t>UPVenta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241280" cy="10058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20000"/>
              </a:lnSpc>
            </a:pPr>
            <a:r>
              <a:rPr sz="2400" b="0" i="0">
                <a:solidFill>
                  <a:srgbClr val="F7F4EF"/>
                </a:solidFill>
                <a:latin typeface="Calibri"/>
              </a:rPr>
              <a:t>Inventario y ventas en el celular,
para vendedores de la Universidad Pontificia Bolivariana.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058400" cy="11887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C9B8A8"/>
                </a:solidFill>
                <a:latin typeface="Calibri"/>
              </a:rPr>
              <a:t>Autores</a:t>
            </a:r>
          </a:p>
          <a:p>
            <a:pPr>
              <a:spcBef>
                <a:spcPts val="800"/>
              </a:spcBef>
            </a:pPr>
            <a:r>
              <a:rPr sz="2200" b="1" i="0">
                <a:solidFill>
                  <a:srgbClr val="FFFDF9"/>
                </a:solidFill>
                <a:latin typeface="Calibri"/>
              </a:rPr>
              <a:t>Nicolás Agudelo</a:t>
            </a:r>
          </a:p>
          <a:p>
            <a:pPr>
              <a:spcBef>
                <a:spcPts val="400"/>
              </a:spcBef>
            </a:pPr>
            <a:r>
              <a:rPr sz="2200" b="1" i="0">
                <a:solidFill>
                  <a:srgbClr val="FFFDF9"/>
                </a:solidFill>
                <a:latin typeface="Calibri"/>
              </a:rPr>
              <a:t>Sebastian Muñoz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B85C42"/>
                </a:solidFill>
                <a:latin typeface="Calibri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200" b="1" i="0">
                <a:solidFill>
                  <a:srgbClr val="2F2A26"/>
                </a:solidFill>
                <a:latin typeface="Calibri"/>
              </a:rPr>
              <a:t>Vender en la UPB, sin perder el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2F2A26"/>
                </a:solidFill>
                <a:latin typeface="Calibri"/>
              </a:rPr>
              <a:t>En el campus hay decenas de puestos, cafeterías y emprendimientos: el volumen de ventas es alto y rápido.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2F2A26"/>
                </a:solidFill>
                <a:latin typeface="Calibri"/>
              </a:rPr>
              <a:t>Muchos anotan en papel, WhatsApp o de memoria. Al cierre del día no saben cuánto vendieron ni qué se acabó.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2F2A26"/>
                </a:solidFill>
                <a:latin typeface="Calibri"/>
              </a:rPr>
              <a:t>Si hay más de una persona atendiendo, no hay una cuenta clara: cualquiera mezcla el inventario y se pierde el recaudo.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2F2A26"/>
                </a:solidFill>
                <a:latin typeface="Calibri"/>
              </a:rPr>
              <a:t>El resultado: quiebres de stock, plata que no cuadra y tiempo perdido reconstruyendo la jornada.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B85C42"/>
                </a:solidFill>
                <a:latin typeface="Calibri"/>
              </a:rPr>
              <a:t>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200" b="1" i="0">
                <a:solidFill>
                  <a:srgbClr val="2F2A26"/>
                </a:solidFill>
                <a:latin typeface="Calibri"/>
              </a:rPr>
              <a:t>UPVenta: la caja en el bolsillo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20000"/>
              </a:lnSpc>
            </a:pPr>
            <a:r>
              <a:rPr sz="2000" b="0" i="0">
                <a:solidFill>
                  <a:srgbClr val="6F6259"/>
                </a:solidFill>
                <a:latin typeface="Calibri"/>
              </a:rPr>
              <a:t>Una app híbrida para que el vendedor registre la venta en el celular apenas ocurre, y el inventario se actualice solo.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3474720" cy="31089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3044952"/>
            <a:ext cx="3017520" cy="2651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1" i="0">
                <a:solidFill>
                  <a:srgbClr val="B85C42"/>
                </a:solidFill>
                <a:latin typeface="Calibri"/>
              </a:rPr>
              <a:t>A escala campus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500" b="0" i="0">
                <a:solidFill>
                  <a:srgbClr val="6F6259"/>
                </a:solidFill>
                <a:latin typeface="Calibri"/>
              </a:rPr>
              <a:t>Pensada para muchos puestos a la vez: cada negocio entra con su cuenta, su equipo y su catálogo. No depende de un computador ni de internet.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788920"/>
            <a:ext cx="3474720" cy="31089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2" y="3044952"/>
            <a:ext cx="3017520" cy="2651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1" i="0">
                <a:solidFill>
                  <a:srgbClr val="B85C42"/>
                </a:solidFill>
                <a:latin typeface="Calibri"/>
              </a:rPr>
              <a:t>En el momento de la venta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500" b="0" i="0">
                <a:solidFill>
                  <a:srgbClr val="6F6259"/>
                </a:solidFill>
                <a:latin typeface="Calibri"/>
              </a:rPr>
              <a:t>Se toca +, se confirma, y queda el ticket: producto, cantidad, precio y stock que quedó. La relación venta ↔️ producto no se pierde.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788920"/>
            <a:ext cx="3474720" cy="31089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3044952"/>
            <a:ext cx="3017520" cy="2651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1" i="0">
                <a:solidFill>
                  <a:srgbClr val="B85C42"/>
                </a:solidFill>
                <a:latin typeface="Calibri"/>
              </a:rPr>
              <a:t>Cierre del día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500" b="0" i="0">
                <a:solidFill>
                  <a:srgbClr val="6F6259"/>
                </a:solidFill>
                <a:latin typeface="Calibri"/>
              </a:rPr>
              <a:t>Recaudo, ticket promedio, más vendidos y alertas de stock bajo. El vendedor cierra caja sin armar una hoja de cálculo.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B85C42"/>
                </a:solidFill>
                <a:latin typeface="Calibri"/>
              </a:rPr>
              <a:t>USER PERSONA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200" b="1" i="0">
                <a:solidFill>
                  <a:srgbClr val="2F2A26"/>
                </a:solidFill>
                <a:latin typeface="Calibri"/>
              </a:rPr>
              <a:t>Camila, estudiante que busca ingresos extra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5516" y="1216152"/>
            <a:ext cx="3977639" cy="41605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642" y="1297735"/>
            <a:ext cx="3520440" cy="3794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200" b="1" i="0" dirty="0">
                <a:solidFill>
                  <a:srgbClr val="2F2A26"/>
                </a:solidFill>
                <a:latin typeface="Calibri"/>
              </a:rPr>
              <a:t>Camila Restrepo</a:t>
            </a:r>
          </a:p>
          <a:p>
            <a:pPr>
              <a:spcBef>
                <a:spcPts val="600"/>
              </a:spcBef>
            </a:pPr>
            <a:r>
              <a:rPr sz="1500" b="0" i="0" dirty="0">
                <a:solidFill>
                  <a:srgbClr val="B85C42"/>
                </a:solidFill>
                <a:latin typeface="Calibri"/>
              </a:rPr>
              <a:t>21 </a:t>
            </a:r>
            <a:r>
              <a:rPr sz="1500" b="0" i="0" dirty="0" err="1">
                <a:solidFill>
                  <a:srgbClr val="B85C42"/>
                </a:solidFill>
                <a:latin typeface="Calibri"/>
              </a:rPr>
              <a:t>años</a:t>
            </a:r>
            <a:r>
              <a:rPr sz="1500" b="0" i="0" dirty="0">
                <a:solidFill>
                  <a:srgbClr val="B85C42"/>
                </a:solidFill>
                <a:latin typeface="Calibri"/>
              </a:rPr>
              <a:t>  ·  </a:t>
            </a:r>
            <a:r>
              <a:rPr sz="1500" b="0" i="0" dirty="0" err="1">
                <a:solidFill>
                  <a:srgbClr val="B85C42"/>
                </a:solidFill>
                <a:latin typeface="Calibri"/>
              </a:rPr>
              <a:t>Estudiante</a:t>
            </a:r>
            <a:r>
              <a:rPr sz="1500" b="0" i="0" dirty="0">
                <a:solidFill>
                  <a:srgbClr val="B85C42"/>
                </a:solidFill>
                <a:latin typeface="Calibri"/>
              </a:rPr>
              <a:t> UPB</a:t>
            </a:r>
          </a:p>
          <a:p>
            <a:pPr>
              <a:spcBef>
                <a:spcPts val="400"/>
              </a:spcBef>
            </a:pPr>
            <a:r>
              <a:rPr sz="1400" b="0" i="0" dirty="0">
                <a:solidFill>
                  <a:srgbClr val="6F6259"/>
                </a:solidFill>
                <a:latin typeface="Calibri"/>
              </a:rPr>
              <a:t>Dulce &amp; Tela  ·  brownies y </a:t>
            </a:r>
            <a:r>
              <a:rPr sz="1400" b="0" i="0" dirty="0" err="1">
                <a:solidFill>
                  <a:srgbClr val="6F6259"/>
                </a:solidFill>
                <a:latin typeface="Calibri"/>
              </a:rPr>
              <a:t>accesorios</a:t>
            </a:r>
            <a:endParaRPr sz="1400" b="0" i="0" dirty="0">
              <a:solidFill>
                <a:srgbClr val="6F6259"/>
              </a:solidFill>
              <a:latin typeface="Calibri"/>
            </a:endParaRPr>
          </a:p>
          <a:p>
            <a:pPr>
              <a:lnSpc>
                <a:spcPct val="120000"/>
              </a:lnSpc>
              <a:spcBef>
                <a:spcPts val="1600"/>
              </a:spcBef>
            </a:pPr>
            <a:r>
              <a:rPr sz="1600" b="0" i="0" dirty="0">
                <a:solidFill>
                  <a:srgbClr val="2F2A26"/>
                </a:solidFill>
                <a:latin typeface="Calibri"/>
              </a:rPr>
              <a:t>“Entre </a:t>
            </a:r>
            <a:r>
              <a:rPr sz="1600" b="0" i="0" dirty="0" err="1">
                <a:solidFill>
                  <a:srgbClr val="2F2A26"/>
                </a:solidFill>
                <a:latin typeface="Calibri"/>
              </a:rPr>
              <a:t>clase</a:t>
            </a:r>
            <a:r>
              <a:rPr sz="1600" b="0" i="0" dirty="0">
                <a:solidFill>
                  <a:srgbClr val="2F2A26"/>
                </a:solidFill>
                <a:latin typeface="Calibri"/>
              </a:rPr>
              <a:t> y </a:t>
            </a:r>
            <a:r>
              <a:rPr sz="1600" b="0" i="0" dirty="0" err="1">
                <a:solidFill>
                  <a:srgbClr val="2F2A26"/>
                </a:solidFill>
                <a:latin typeface="Calibri"/>
              </a:rPr>
              <a:t>clase</a:t>
            </a:r>
            <a:r>
              <a:rPr sz="1600" b="0" i="0" dirty="0">
                <a:solidFill>
                  <a:srgbClr val="2F2A2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2F2A26"/>
                </a:solidFill>
                <a:latin typeface="Calibri"/>
              </a:rPr>
              <a:t>armo</a:t>
            </a:r>
            <a:r>
              <a:rPr sz="1600" b="0" i="0" dirty="0">
                <a:solidFill>
                  <a:srgbClr val="2F2A26"/>
                </a:solidFill>
                <a:latin typeface="Calibri"/>
              </a:rPr>
              <a:t> un </a:t>
            </a:r>
            <a:r>
              <a:rPr sz="1600" b="0" i="0" dirty="0" err="1">
                <a:solidFill>
                  <a:srgbClr val="2F2A26"/>
                </a:solidFill>
                <a:latin typeface="Calibri"/>
              </a:rPr>
              <a:t>puesto</a:t>
            </a:r>
            <a:r>
              <a:rPr sz="1600" b="0" i="0" dirty="0">
                <a:solidFill>
                  <a:srgbClr val="2F2A26"/>
                </a:solidFill>
                <a:latin typeface="Calibri"/>
              </a:rPr>
              <a:t>. </a:t>
            </a:r>
            <a:r>
              <a:rPr sz="1600" b="0" i="0" dirty="0" err="1">
                <a:solidFill>
                  <a:srgbClr val="2F2A26"/>
                </a:solidFill>
                <a:latin typeface="Calibri"/>
              </a:rPr>
              <a:t>Quiero</a:t>
            </a:r>
            <a:r>
              <a:rPr sz="1600" b="0" i="0" dirty="0">
                <a:solidFill>
                  <a:srgbClr val="2F2A26"/>
                </a:solidFill>
                <a:latin typeface="Calibri"/>
              </a:rPr>
              <a:t> saber </a:t>
            </a:r>
            <a:r>
              <a:rPr sz="1600" b="0" i="0" dirty="0" err="1">
                <a:solidFill>
                  <a:srgbClr val="2F2A26"/>
                </a:solidFill>
                <a:latin typeface="Calibri"/>
              </a:rPr>
              <a:t>cuánto</a:t>
            </a:r>
            <a:r>
              <a:rPr sz="1600" b="0" i="0" dirty="0">
                <a:solidFill>
                  <a:srgbClr val="2F2A2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2F2A26"/>
                </a:solidFill>
                <a:latin typeface="Calibri"/>
              </a:rPr>
              <a:t>gané</a:t>
            </a:r>
            <a:r>
              <a:rPr sz="1600" b="0" i="0" dirty="0">
                <a:solidFill>
                  <a:srgbClr val="2F2A26"/>
                </a:solidFill>
                <a:latin typeface="Calibri"/>
              </a:rPr>
              <a:t> hoy y </a:t>
            </a:r>
            <a:r>
              <a:rPr sz="1600" b="0" i="0" dirty="0" err="1">
                <a:solidFill>
                  <a:srgbClr val="2F2A26"/>
                </a:solidFill>
                <a:latin typeface="Calibri"/>
              </a:rPr>
              <a:t>qué</a:t>
            </a:r>
            <a:r>
              <a:rPr sz="1600" b="0" i="0" dirty="0">
                <a:solidFill>
                  <a:srgbClr val="2F2A26"/>
                </a:solidFill>
                <a:latin typeface="Calibri"/>
              </a:rPr>
              <a:t> se me </a:t>
            </a:r>
            <a:r>
              <a:rPr sz="1600" b="0" i="0" dirty="0" err="1">
                <a:solidFill>
                  <a:srgbClr val="2F2A26"/>
                </a:solidFill>
                <a:latin typeface="Calibri"/>
              </a:rPr>
              <a:t>acabó</a:t>
            </a:r>
            <a:r>
              <a:rPr sz="1600" b="0" i="0" dirty="0">
                <a:solidFill>
                  <a:srgbClr val="2F2A26"/>
                </a:solidFill>
                <a:latin typeface="Calibri"/>
              </a:rPr>
              <a:t>, sin </a:t>
            </a:r>
            <a:r>
              <a:rPr sz="1600" b="0" i="0" dirty="0" err="1">
                <a:solidFill>
                  <a:srgbClr val="2F2A26"/>
                </a:solidFill>
                <a:latin typeface="Calibri"/>
              </a:rPr>
              <a:t>llevar</a:t>
            </a:r>
            <a:r>
              <a:rPr sz="1600" b="0" i="0" dirty="0">
                <a:solidFill>
                  <a:srgbClr val="2F2A26"/>
                </a:solidFill>
                <a:latin typeface="Calibri"/>
              </a:rPr>
              <a:t> un </a:t>
            </a:r>
            <a:r>
              <a:rPr sz="1600" b="0" i="0" dirty="0" err="1">
                <a:solidFill>
                  <a:srgbClr val="2F2A26"/>
                </a:solidFill>
                <a:latin typeface="Calibri"/>
              </a:rPr>
              <a:t>cuaderno</a:t>
            </a:r>
            <a:r>
              <a:rPr sz="1600" b="0" i="0" dirty="0">
                <a:solidFill>
                  <a:srgbClr val="2F2A26"/>
                </a:solidFill>
                <a:latin typeface="Calibri"/>
              </a:rPr>
              <a:t>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76177" y="1399032"/>
            <a:ext cx="6583680" cy="123444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98643" y="1455277"/>
            <a:ext cx="6126480" cy="7772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1" i="0" dirty="0">
                <a:solidFill>
                  <a:srgbClr val="B85C42"/>
                </a:solidFill>
                <a:latin typeface="Calibri"/>
              </a:rPr>
              <a:t>Meta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500" b="0" i="0" dirty="0">
                <a:solidFill>
                  <a:srgbClr val="6F6259"/>
                </a:solidFill>
                <a:latin typeface="Calibri"/>
              </a:rPr>
              <a:t>Sacar un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ingreso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extra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en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el campus sin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descuidar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el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semestre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: vender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rápido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cuadrar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caja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y no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quedarse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sin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producto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6177" y="2816352"/>
            <a:ext cx="6583680" cy="12801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98643" y="2938669"/>
            <a:ext cx="6126480" cy="822959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1" i="0" dirty="0" err="1">
                <a:solidFill>
                  <a:srgbClr val="B85C42"/>
                </a:solidFill>
                <a:latin typeface="Calibri"/>
              </a:rPr>
              <a:t>Frustración</a:t>
            </a:r>
            <a:endParaRPr sz="1800" b="1" i="0" dirty="0">
              <a:solidFill>
                <a:srgbClr val="B85C42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500" b="0" i="0" dirty="0" err="1">
                <a:solidFill>
                  <a:srgbClr val="6F6259"/>
                </a:solidFill>
                <a:latin typeface="Calibri"/>
              </a:rPr>
              <a:t>Anota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ventas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en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WhatsApp o de memoria. En el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pico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del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descanso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se le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olvida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restar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stock y al final no sabe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si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le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alcanzó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para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reponer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99664" y="4279392"/>
            <a:ext cx="6583680" cy="137160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98643" y="4488323"/>
            <a:ext cx="612648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1" i="0" dirty="0" err="1">
                <a:solidFill>
                  <a:srgbClr val="B85C42"/>
                </a:solidFill>
                <a:latin typeface="Calibri"/>
              </a:rPr>
              <a:t>Qué</a:t>
            </a:r>
            <a:r>
              <a:rPr sz="1800" b="1" i="0" dirty="0">
                <a:solidFill>
                  <a:srgbClr val="B85C42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B85C42"/>
                </a:solidFill>
                <a:latin typeface="Calibri"/>
              </a:rPr>
              <a:t>necesita</a:t>
            </a:r>
            <a:r>
              <a:rPr sz="1800" b="1" i="0" dirty="0">
                <a:solidFill>
                  <a:srgbClr val="B85C42"/>
                </a:solidFill>
                <a:latin typeface="Calibri"/>
              </a:rPr>
              <a:t> de </a:t>
            </a:r>
            <a:r>
              <a:rPr sz="1800" b="1" i="0" dirty="0" err="1">
                <a:solidFill>
                  <a:srgbClr val="B85C42"/>
                </a:solidFill>
                <a:latin typeface="Calibri"/>
              </a:rPr>
              <a:t>UPVenta</a:t>
            </a:r>
            <a:endParaRPr sz="1800" b="1" i="0" dirty="0">
              <a:solidFill>
                <a:srgbClr val="B85C42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500" b="0" i="0" dirty="0" err="1">
                <a:solidFill>
                  <a:srgbClr val="6F6259"/>
                </a:solidFill>
                <a:latin typeface="Calibri"/>
              </a:rPr>
              <a:t>Entrar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con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su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usuario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cargar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el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catálogo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una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vez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y registrar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cada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venta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en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el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celular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.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Alertas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de stock bajo y un </a:t>
            </a:r>
            <a:r>
              <a:rPr sz="1500" b="0" i="0" dirty="0" err="1">
                <a:solidFill>
                  <a:srgbClr val="6F6259"/>
                </a:solidFill>
                <a:latin typeface="Calibri"/>
              </a:rPr>
              <a:t>resumen</a:t>
            </a:r>
            <a:r>
              <a:rPr sz="1500" b="0" i="0" dirty="0">
                <a:solidFill>
                  <a:srgbClr val="6F6259"/>
                </a:solidFill>
                <a:latin typeface="Calibri"/>
              </a:rPr>
              <a:t> del día.</a:t>
            </a:r>
          </a:p>
        </p:txBody>
      </p:sp>
      <p:pic>
        <p:nvPicPr>
          <p:cNvPr id="14" name="Picture 13" descr="Fotos de Hermosa estudiante japonesa 21 años - Descarga fotos gratis de  gran calidad | Magnific (antes Freepik)">
            <a:extLst>
              <a:ext uri="{FF2B5EF4-FFF2-40B4-BE49-F238E27FC236}">
                <a16:creationId xmlns:a16="http://schemas.microsoft.com/office/drawing/2014/main" id="{723F6B59-F01A-788E-0B09-E74E621F41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91"/>
          <a:stretch>
            <a:fillRect/>
          </a:stretch>
        </p:blipFill>
        <p:spPr>
          <a:xfrm>
            <a:off x="1279224" y="3550635"/>
            <a:ext cx="2367244" cy="30837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B85C42"/>
                </a:solidFill>
                <a:latin typeface="Calibri"/>
              </a:rPr>
              <a:t>GESTIÓN DE PRODUCTOS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200" b="1" i="0">
                <a:solidFill>
                  <a:srgbClr val="2F2A26"/>
                </a:solidFill>
                <a:latin typeface="Calibri"/>
              </a:rPr>
              <a:t>El catálogo vive en el celular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0" i="0">
                <a:solidFill>
                  <a:srgbClr val="2F2A26"/>
                </a:solidFill>
                <a:latin typeface="Calibri"/>
              </a:rPr>
              <a:t>Alta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edición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de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productos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: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nombre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,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categoría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,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precio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,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unidad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, stock y umbral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mínimo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0" i="0" dirty="0" err="1">
                <a:solidFill>
                  <a:srgbClr val="2F2A26"/>
                </a:solidFill>
                <a:latin typeface="Calibri"/>
              </a:rPr>
              <a:t>Búsqueda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y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filtros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(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postres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,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ropa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,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accesorios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…) para encontrar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rápido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en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un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catálogo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grande.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0" i="0" dirty="0">
                <a:solidFill>
                  <a:srgbClr val="2F2A26"/>
                </a:solidFill>
                <a:latin typeface="Calibri"/>
              </a:rPr>
              <a:t>Cuando el stock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llega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al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mínimo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, la campana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avisa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y se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puede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reponer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1 o 5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unidades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al toque.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0" i="0" dirty="0">
                <a:solidFill>
                  <a:srgbClr val="2F2A26"/>
                </a:solidFill>
                <a:latin typeface="Calibri"/>
              </a:rPr>
              <a:t>Cada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venta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descuenta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inventario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: no hay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que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restar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a mano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ni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al final del día.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0" i="0" dirty="0">
                <a:solidFill>
                  <a:srgbClr val="2F2A26"/>
                </a:solidFill>
                <a:latin typeface="Calibri"/>
              </a:rPr>
              <a:t>Todo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queda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ligado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por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id: el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historial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muestra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qué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se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vendió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y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cuánto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stock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quedó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2F2A26"/>
                </a:solidFill>
                <a:latin typeface="Calibri"/>
              </a:rPr>
              <a:t>después</a:t>
            </a:r>
            <a:r>
              <a:rPr sz="1900" b="0" i="0" dirty="0">
                <a:solidFill>
                  <a:srgbClr val="2F2A2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B85C42"/>
                </a:solidFill>
                <a:latin typeface="Calibri"/>
              </a:rPr>
              <a:t>CÓMO SE USA EN EL PUESTO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200" b="1" i="0">
                <a:solidFill>
                  <a:srgbClr val="2F2A26"/>
                </a:solidFill>
                <a:latin typeface="Calibri"/>
              </a:rPr>
              <a:t>De la venta al cierre, en cuatro toques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651760" cy="38404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194560"/>
            <a:ext cx="438912" cy="438912"/>
          </a:xfrm>
          <a:prstGeom prst="ellipse">
            <a:avLst/>
          </a:prstGeom>
          <a:solidFill>
            <a:srgbClr val="D4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i="0">
                <a:solidFill>
                  <a:srgbClr val="FFFDF9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834640"/>
            <a:ext cx="2148840" cy="2651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000" b="1" i="0">
                <a:solidFill>
                  <a:srgbClr val="2F2A26"/>
                </a:solidFill>
                <a:latin typeface="Calibri"/>
              </a:rPr>
              <a:t>Vender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500" b="0" i="0">
                <a:solidFill>
                  <a:srgbClr val="6F6259"/>
                </a:solidFill>
                <a:latin typeface="Calibri"/>
              </a:rPr>
              <a:t>Se suma la cantidad apenas el cliente paga. El stock se descuenta al confirmar.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965960"/>
            <a:ext cx="2651760" cy="38404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730752" y="2194560"/>
            <a:ext cx="438912" cy="438912"/>
          </a:xfrm>
          <a:prstGeom prst="ellipse">
            <a:avLst/>
          </a:prstGeom>
          <a:solidFill>
            <a:srgbClr val="D4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i="0">
                <a:solidFill>
                  <a:srgbClr val="FFFDF9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2834640"/>
            <a:ext cx="2148840" cy="2651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000" b="1" i="0">
                <a:solidFill>
                  <a:srgbClr val="2F2A26"/>
                </a:solidFill>
                <a:latin typeface="Calibri"/>
              </a:rPr>
              <a:t>Hoy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500" b="0" i="0">
                <a:solidFill>
                  <a:srgbClr val="6F6259"/>
                </a:solidFill>
                <a:latin typeface="Calibri"/>
              </a:rPr>
              <a:t>Recaudo, número de ventas, unidades y ticket promedio del día.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65960"/>
            <a:ext cx="2651760" cy="38404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65392" y="2194560"/>
            <a:ext cx="438912" cy="438912"/>
          </a:xfrm>
          <a:prstGeom prst="ellipse">
            <a:avLst/>
          </a:prstGeom>
          <a:solidFill>
            <a:srgbClr val="D4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i="0">
                <a:solidFill>
                  <a:srgbClr val="FFFDF9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834640"/>
            <a:ext cx="2148840" cy="2651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000" b="1" i="0">
                <a:solidFill>
                  <a:srgbClr val="2F2A26"/>
                </a:solidFill>
                <a:latin typeface="Calibri"/>
              </a:rPr>
              <a:t>Alertas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500" b="0" i="0">
                <a:solidFill>
                  <a:srgbClr val="6F6259"/>
                </a:solidFill>
                <a:latin typeface="Calibri"/>
              </a:rPr>
              <a:t>Lo que está por acabarse, para no decir “ya no hay” a media jornada.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965960"/>
            <a:ext cx="2651760" cy="38404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00032" y="2194560"/>
            <a:ext cx="438912" cy="438912"/>
          </a:xfrm>
          <a:prstGeom prst="ellipse">
            <a:avLst/>
          </a:prstGeom>
          <a:solidFill>
            <a:srgbClr val="D4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i="0">
                <a:solidFill>
                  <a:srgbClr val="FFFDF9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2834640"/>
            <a:ext cx="2148840" cy="2651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000" b="1" i="0">
                <a:solidFill>
                  <a:srgbClr val="2F2A26"/>
                </a:solidFill>
                <a:latin typeface="Calibri"/>
              </a:rPr>
              <a:t>Historial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500" b="0" i="0">
                <a:solidFill>
                  <a:srgbClr val="6F6259"/>
                </a:solidFill>
                <a:latin typeface="Calibri"/>
              </a:rPr>
              <a:t>Cada ticket con detalle. Se puede volver a una venta y ver productos y cantidades.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B85C42"/>
                </a:solidFill>
                <a:latin typeface="Calibri"/>
              </a:rPr>
              <a:t>PARA LA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200" b="1" i="0">
                <a:solidFill>
                  <a:srgbClr val="2F2A26"/>
                </a:solidFill>
                <a:latin typeface="Calibri"/>
              </a:rPr>
              <a:t>Qué queremos que se lleven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2F2A26"/>
                </a:solidFill>
                <a:latin typeface="Calibri"/>
              </a:rPr>
              <a:t>UPVenta le quita el cuaderno al vendedor de la UPB: equipo con login, productos con stock y venta al instante.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2F2A26"/>
                </a:solidFill>
                <a:latin typeface="Calibri"/>
              </a:rPr>
              <a:t>Escala a muchos puestos porque cada negocio es independiente y funciona sin internet (localStorage).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2F2A26"/>
                </a:solidFill>
                <a:latin typeface="Calibri"/>
              </a:rPr>
              <a:t>Stack: SPA Vanilla JS + Vite + SASS. Un solo index.html, lista para celular.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2F2A26"/>
                </a:solidFill>
                <a:latin typeface="Calibri"/>
              </a:rPr>
              <a:t>Prototipo en Figma + app. Demo: demo@upventa.app  /  demo123. Preguntas.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0" i="0">
                <a:solidFill>
                  <a:srgbClr val="6F6259"/>
                </a:solidFill>
                <a:latin typeface="Calibri"/>
              </a:rPr>
              <a:t>Nicolás Agudelo  ·  Sebastian Muñoz  ·  Aplicaciones móviles — UPB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671</Words>
  <Application>Microsoft Macintosh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Nicolas Agudelo Mesa</cp:lastModifiedBy>
  <cp:revision>2</cp:revision>
  <dcterms:created xsi:type="dcterms:W3CDTF">2013-01-27T09:14:16Z</dcterms:created>
  <dcterms:modified xsi:type="dcterms:W3CDTF">2026-08-27T14:17:44Z</dcterms:modified>
  <cp:category/>
</cp:coreProperties>
</file>