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2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400" b="1" i="0">
                <a:solidFill>
                  <a:srgbClr val="C9B8A8"/>
                </a:solidFill>
                <a:latin typeface="Calibri"/>
              </a:rPr>
              <a:t>APLICACIONES MÓVILES  ·  UPB  ·  ENTREGA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2801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000" b="1" i="0">
                <a:solidFill>
                  <a:srgbClr val="FFFDF9"/>
                </a:solidFill>
                <a:latin typeface="Calibri"/>
              </a:rPr>
              <a:t>UPVenta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241280" cy="10058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</a:pPr>
            <a:r>
              <a:rPr sz="2400" b="0" i="0">
                <a:solidFill>
                  <a:srgbClr val="F7F4EF"/>
                </a:solidFill>
                <a:latin typeface="Calibri"/>
              </a:rPr>
              <a:t>Inventario y ventas en el celular,
para vendedores de la Universidad Pontificia Bolivariana.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058400" cy="118872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00" b="1" i="0">
                <a:solidFill>
                  <a:srgbClr val="C9B8A8"/>
                </a:solidFill>
                <a:latin typeface="Calibri"/>
              </a:rPr>
              <a:t>Autores</a:t>
            </a:r>
          </a:p>
          <a:p>
            <a:pPr>
              <a:spcBef>
                <a:spcPts val="800"/>
              </a:spcBef>
            </a:pPr>
            <a:r>
              <a:rPr sz="2200" b="1" i="0">
                <a:solidFill>
                  <a:srgbClr val="FFFDF9"/>
                </a:solidFill>
                <a:latin typeface="Calibri"/>
              </a:rPr>
              <a:t>Nicolás Agudelo</a:t>
            </a:r>
          </a:p>
          <a:p>
            <a:pPr>
              <a:spcBef>
                <a:spcPts val="400"/>
              </a:spcBef>
            </a:pPr>
            <a:r>
              <a:rPr sz="2200" b="1" i="0">
                <a:solidFill>
                  <a:srgbClr val="FFFDF9"/>
                </a:solidFill>
                <a:latin typeface="Calibri"/>
              </a:rPr>
              <a:t>Sebastian Muñoz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B85C42"/>
                </a:solidFill>
                <a:latin typeface="Calibr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3200" b="1" i="0">
                <a:solidFill>
                  <a:srgbClr val="2F2A26"/>
                </a:solidFill>
                <a:latin typeface="Calibri"/>
              </a:rPr>
              <a:t>Vender en la UPB, sin perder el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3891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En el campus hay decenas de puestos, cafeterías y emprendimientos: el volumen de ventas es alto y rápido.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Muchos anotan en papel, WhatsApp o de memoria. Al cierre del día no saben cuánto vendieron ni qué se acabó.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Si hay más de una persona atendiendo, no hay una cuenta clara: cualquiera mezcla el inventario y se pierde el recaudo.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El resultado: quiebres de stock, plata que no cuadra y tiempo perdido reconstruyendo la jornada.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B85C42"/>
                </a:solidFill>
                <a:latin typeface="Calibri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3200" b="1" i="0">
                <a:solidFill>
                  <a:srgbClr val="2F2A26"/>
                </a:solidFill>
                <a:latin typeface="Calibri"/>
              </a:rPr>
              <a:t>UPVenta: la caja en el bolsillo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</a:pPr>
            <a:r>
              <a:rPr sz="2000" b="0" i="0">
                <a:solidFill>
                  <a:srgbClr val="6F6259"/>
                </a:solidFill>
                <a:latin typeface="Calibri"/>
              </a:rPr>
              <a:t>Una app híbrida para que el vendedor registre la venta en el celular apenas ocurre, y el inventario se actualice solo.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78892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017520" cy="2651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1" i="0">
                <a:solidFill>
                  <a:srgbClr val="B85C42"/>
                </a:solidFill>
                <a:latin typeface="Calibri"/>
              </a:rPr>
              <a:t>A escala campus</a:t>
            </a:r>
          </a:p>
          <a:p>
            <a:pPr>
              <a:lnSpc>
                <a:spcPct val="115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Pensada para muchos puestos a la vez: cada negocio entra con su cuenta, su equipo y su catálogo. No depende de un computador ni de internet.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78892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3044952"/>
            <a:ext cx="3017520" cy="2651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1" i="0">
                <a:solidFill>
                  <a:srgbClr val="B85C42"/>
                </a:solidFill>
                <a:latin typeface="Calibri"/>
              </a:rPr>
              <a:t>En el momento de la venta</a:t>
            </a:r>
          </a:p>
          <a:p>
            <a:pPr>
              <a:lnSpc>
                <a:spcPct val="115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Se toca +, se confirma, y queda el ticket: producto, cantidad, precio y stock que quedó. La relación venta ↔️ producto no se pierde.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788920"/>
            <a:ext cx="3474720" cy="31089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3044952"/>
            <a:ext cx="3017520" cy="2651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1" i="0">
                <a:solidFill>
                  <a:srgbClr val="B85C42"/>
                </a:solidFill>
                <a:latin typeface="Calibri"/>
              </a:rPr>
              <a:t>Cierre del día</a:t>
            </a:r>
          </a:p>
          <a:p>
            <a:pPr>
              <a:lnSpc>
                <a:spcPct val="115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Recaudo, ticket promedio, más vendidos y alertas de stock bajo. El vendedor cierra caja sin armar una hoja de cálculo.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B85C42"/>
                </a:solidFill>
                <a:latin typeface="Calibri"/>
              </a:rPr>
              <a:t>USER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3200" b="1" i="0">
                <a:solidFill>
                  <a:srgbClr val="2F2A26"/>
                </a:solidFill>
                <a:latin typeface="Calibri"/>
              </a:rPr>
              <a:t>Camila, estudiante que busca ingresos extra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977639" cy="41605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29968"/>
            <a:ext cx="3520440" cy="3794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200" b="1" i="0">
                <a:solidFill>
                  <a:srgbClr val="2F2A26"/>
                </a:solidFill>
                <a:latin typeface="Calibri"/>
              </a:rPr>
              <a:t>Camila Restrepo</a:t>
            </a:r>
          </a:p>
          <a:p>
            <a:pPr>
              <a:spcBef>
                <a:spcPts val="600"/>
              </a:spcBef>
            </a:pPr>
            <a:r>
              <a:rPr sz="1500" b="0" i="0">
                <a:solidFill>
                  <a:srgbClr val="B85C42"/>
                </a:solidFill>
                <a:latin typeface="Calibri"/>
              </a:rPr>
              <a:t>21 años  ·  Estudiante UPB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F6259"/>
                </a:solidFill>
                <a:latin typeface="Calibri"/>
              </a:rPr>
              <a:t>Dulce &amp; Tela  ·  brownies y accesorios</a:t>
            </a:r>
          </a:p>
          <a:p>
            <a:pPr>
              <a:lnSpc>
                <a:spcPct val="120000"/>
              </a:lnSpc>
              <a:spcBef>
                <a:spcPts val="1600"/>
              </a:spcBef>
            </a:pPr>
            <a:r>
              <a:rPr sz="1600" b="0" i="0">
                <a:solidFill>
                  <a:srgbClr val="2F2A26"/>
                </a:solidFill>
                <a:latin typeface="Calibri"/>
              </a:rPr>
              <a:t>“Entre clase y clase armo un puesto. Quiero saber cuánto gané hoy y qué se me acabó, sin llevar un cuaderno.”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828800"/>
            <a:ext cx="6583680" cy="123444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02352" y="2084832"/>
            <a:ext cx="6126480" cy="7772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1" i="0">
                <a:solidFill>
                  <a:srgbClr val="B85C42"/>
                </a:solidFill>
                <a:latin typeface="Calibri"/>
              </a:rPr>
              <a:t>Meta</a:t>
            </a:r>
          </a:p>
          <a:p>
            <a:pPr>
              <a:lnSpc>
                <a:spcPct val="115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Sacar un ingreso extra en el campus sin descuidar el semestre: vender rápido, cuadrar caja y no quedarse sin producto.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200400"/>
            <a:ext cx="6583680" cy="128016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02352" y="3456432"/>
            <a:ext cx="6126480" cy="822959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1" i="0">
                <a:solidFill>
                  <a:srgbClr val="B85C42"/>
                </a:solidFill>
                <a:latin typeface="Calibri"/>
              </a:rPr>
              <a:t>Frustración</a:t>
            </a:r>
          </a:p>
          <a:p>
            <a:pPr>
              <a:lnSpc>
                <a:spcPct val="115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Anota ventas en WhatsApp o de memoria. En el pico del descanso se le olvida restar stock y al final no sabe si le alcanzó para reponer.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461772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73752"/>
            <a:ext cx="6126480" cy="9144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1" i="0">
                <a:solidFill>
                  <a:srgbClr val="B85C42"/>
                </a:solidFill>
                <a:latin typeface="Calibri"/>
              </a:rPr>
              <a:t>Qué necesita de UPVenta</a:t>
            </a:r>
          </a:p>
          <a:p>
            <a:pPr>
              <a:lnSpc>
                <a:spcPct val="115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Entrar con su usuario, cargar el catálogo una vez y registrar cada venta en el celular. Alertas de stock bajo y un resumen del día.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B85C42"/>
                </a:solidFill>
                <a:latin typeface="Calibri"/>
              </a:rPr>
              <a:t>GESTIÓN DE PRODUCTOS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3200" b="1" i="0">
                <a:solidFill>
                  <a:srgbClr val="2F2A26"/>
                </a:solidFill>
                <a:latin typeface="Calibri"/>
              </a:rPr>
              <a:t>El catálogo vive en el celular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3891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0" i="0">
                <a:solidFill>
                  <a:srgbClr val="2F2A26"/>
                </a:solidFill>
                <a:latin typeface="Calibri"/>
              </a:rPr>
              <a:t>Alta y edición de productos: nombre, categoría, precio, unidad, stock y umbral mínimo.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0" i="0">
                <a:solidFill>
                  <a:srgbClr val="2F2A26"/>
                </a:solidFill>
                <a:latin typeface="Calibri"/>
              </a:rPr>
              <a:t>Búsqueda y filtros (postres, ropa, accesorios…) para encontrar rápido en un catálogo grande.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0" i="0">
                <a:solidFill>
                  <a:srgbClr val="2F2A26"/>
                </a:solidFill>
                <a:latin typeface="Calibri"/>
              </a:rPr>
              <a:t>Cuando el stock llega al mínimo, la campana avisa y se puede reponer 1 o 5 unidades al toque.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0" i="0">
                <a:solidFill>
                  <a:srgbClr val="2F2A26"/>
                </a:solidFill>
                <a:latin typeface="Calibri"/>
              </a:rPr>
              <a:t>Cada venta descuenta inventario: no hay que restar a mano ni al final del día.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0" i="0">
                <a:solidFill>
                  <a:srgbClr val="2F2A26"/>
                </a:solidFill>
                <a:latin typeface="Calibri"/>
              </a:rPr>
              <a:t>Todo queda ligado por id: el historial muestra qué se vendió y cuánto stock quedó después.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B85C42"/>
                </a:solidFill>
                <a:latin typeface="Calibri"/>
              </a:rPr>
              <a:t>CÓMO SE USA EN EL PUESTO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3200" b="1" i="0">
                <a:solidFill>
                  <a:srgbClr val="2F2A26"/>
                </a:solidFill>
                <a:latin typeface="Calibri"/>
              </a:rPr>
              <a:t>De la venta al cierre, en cuatro toques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194560"/>
            <a:ext cx="438912" cy="438912"/>
          </a:xfrm>
          <a:prstGeom prst="ellipse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FFFDF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834640"/>
            <a:ext cx="2148840" cy="2651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000" b="1" i="0">
                <a:solidFill>
                  <a:srgbClr val="2F2A26"/>
                </a:solidFill>
                <a:latin typeface="Calibri"/>
              </a:rPr>
              <a:t>Vender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Se suma la cantidad apenas el cliente paga. El stock se descuenta al confirmar.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96596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30752" y="2194560"/>
            <a:ext cx="438912" cy="438912"/>
          </a:xfrm>
          <a:prstGeom prst="ellipse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FFFDF9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0752" y="2834640"/>
            <a:ext cx="2148840" cy="2651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000" b="1" i="0">
                <a:solidFill>
                  <a:srgbClr val="2F2A26"/>
                </a:solidFill>
                <a:latin typeface="Calibri"/>
              </a:rPr>
              <a:t>Hoy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Recaudo, número de ventas, unidades y ticket promedio del día.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96596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65392" y="2194560"/>
            <a:ext cx="438912" cy="438912"/>
          </a:xfrm>
          <a:prstGeom prst="ellipse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FFFDF9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834640"/>
            <a:ext cx="2148840" cy="2651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000" b="1" i="0">
                <a:solidFill>
                  <a:srgbClr val="2F2A26"/>
                </a:solidFill>
                <a:latin typeface="Calibri"/>
              </a:rPr>
              <a:t>Alertas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Lo que está por acabarse, para no decir “ya no hay” a media jornada.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96596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00032" y="2194560"/>
            <a:ext cx="438912" cy="438912"/>
          </a:xfrm>
          <a:prstGeom prst="ellipse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 i="0">
                <a:solidFill>
                  <a:srgbClr val="FFFDF9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00032" y="2834640"/>
            <a:ext cx="2148840" cy="265176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000" b="1" i="0">
                <a:solidFill>
                  <a:srgbClr val="2F2A26"/>
                </a:solidFill>
                <a:latin typeface="Calibri"/>
              </a:rPr>
              <a:t>Historial</a:t>
            </a:r>
          </a:p>
          <a:p>
            <a:pPr>
              <a:lnSpc>
                <a:spcPct val="120000"/>
              </a:lnSpc>
              <a:spcBef>
                <a:spcPts val="1000"/>
              </a:spcBef>
            </a:pPr>
            <a:r>
              <a:rPr sz="1500" b="0" i="0">
                <a:solidFill>
                  <a:srgbClr val="6F6259"/>
                </a:solidFill>
                <a:latin typeface="Calibri"/>
              </a:rPr>
              <a:t>Cada ticket con detalle. Se puede volver a una venta y ver productos y cantidades.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B85C42"/>
                </a:solidFill>
                <a:latin typeface="Calibri"/>
              </a:rPr>
              <a:t>PARA LA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85800"/>
            <a:ext cx="10972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3200" b="1" i="0">
                <a:solidFill>
                  <a:srgbClr val="2F2A26"/>
                </a:solidFill>
                <a:latin typeface="Calibri"/>
              </a:rPr>
              <a:t>Qué queremos que se lleven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3891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UPVenta le quita el cuaderno al vendedor de la UPB: equipo con login, productos con stock y venta al instante.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Escala a muchos puestos porque cada negocio es independiente y funciona sin internet (localStorage).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Stack: SPA Vanilla JS + Vite + SASS. Un solo index.html, lista para celular.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2000" b="0" i="0">
                <a:solidFill>
                  <a:srgbClr val="2F2A26"/>
                </a:solidFill>
                <a:latin typeface="Calibri"/>
              </a:rPr>
              <a:t>Prototipo en Figma + app. Demo: demo@upventa.app  /  demo123. Preguntas.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600" b="0" i="0">
                <a:solidFill>
                  <a:srgbClr val="6F6259"/>
                </a:solidFill>
                <a:latin typeface="Calibri"/>
              </a:rPr>
              <a:t>Nicolás Agudelo  ·  Sebastian Muñoz  ·  Aplicaciones móviles — UPB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